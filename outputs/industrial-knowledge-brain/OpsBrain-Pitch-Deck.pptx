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7C80"/>
                </a:solidFill>
              </a:rPr>
              <a:t>AssetIQ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949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6"/>
                </a:solidFill>
              </a:rPr>
              <a:t>AssetIQ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50626B"/>
                </a:solidFill>
              </a:rPr>
              <a:t>Unified Asset &amp; Operations Brain for industrial knowledge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7040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Hackathon prototype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Industrial Intelligence / Document Management / Knowledge Engineering /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246120" cy="4754880"/>
          </a:xfrm>
          <a:prstGeom prst="rect">
            <a:avLst/>
          </a:prstGeom>
          <a:solidFill>
            <a:srgbClr val="18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1600200"/>
            <a:ext cx="2148840" cy="475488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Docs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46888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OCR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33756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Graph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420624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5303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BD9D5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7C80"/>
                </a:solidFill>
              </a:rPr>
              <a:t>AssetIQ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949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6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50626B"/>
                </a:solidFill>
              </a:rPr>
              <a:t>Plant knowledge is scattered across disconnected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7040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Engineers lose time searching for existing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Maintenance teams make decisions without complete equipment history.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Retiring experts take undocumented operational knowledge with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246120" cy="4754880"/>
          </a:xfrm>
          <a:prstGeom prst="rect">
            <a:avLst/>
          </a:prstGeom>
          <a:solidFill>
            <a:srgbClr val="18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160020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Docs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468880"/>
            <a:ext cx="2148840" cy="475488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OCR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33756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Graph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420624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5303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BD9D5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7C80"/>
                </a:solidFill>
              </a:rPr>
              <a:t>AssetIQ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949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6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50626B"/>
                </a:solidFill>
              </a:rPr>
              <a:t>An AI-powered platform that makes drawings, work orders, SOPs, inspections, manuals, and compliance evidence queryable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7040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Universal ingestion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Industrial entity extraction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Knowledge graph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Cited copilot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RCA and compliance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246120" cy="4754880"/>
          </a:xfrm>
          <a:prstGeom prst="rect">
            <a:avLst/>
          </a:prstGeom>
          <a:solidFill>
            <a:srgbClr val="18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160020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Docs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46888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OCR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337560"/>
            <a:ext cx="2148840" cy="475488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Graph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420624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5303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BD9D5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7C80"/>
                </a:solidFill>
              </a:rPr>
              <a:t>AssetIQ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949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6"/>
                </a:solidFill>
              </a:rPr>
              <a:t>Prototype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50626B"/>
                </a:solidFill>
              </a:rPr>
              <a:t>The demo uses a cooling water pump scenario centered on P-204.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7040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Ingests six representative document types.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Links P-204 to work orders, P&amp;ID, OEM manual, SOP, inspection, and OISD checklist.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Answers operational questions with confidence and citations.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246120" cy="4754880"/>
          </a:xfrm>
          <a:prstGeom prst="rect">
            <a:avLst/>
          </a:prstGeom>
          <a:solidFill>
            <a:srgbClr val="18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160020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Docs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46888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OCR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33756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Graph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4206240"/>
            <a:ext cx="2148840" cy="475488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5303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BD9D5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7C80"/>
                </a:solidFill>
              </a:rPr>
              <a:t>AssetIQ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949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6"/>
                </a:solidFill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50626B"/>
                </a:solidFill>
              </a:rPr>
              <a:t>Document AI plus industrial ontology plus hybrid RAG.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7040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OCR and layout parsing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NER for equipment tags, dates, failure modes, parameters, and regulations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Graph traversal for cross-document reasoning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Agent workflows for field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246120" cy="4754880"/>
          </a:xfrm>
          <a:prstGeom prst="rect">
            <a:avLst/>
          </a:prstGeom>
          <a:solidFill>
            <a:srgbClr val="18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1600200"/>
            <a:ext cx="2148840" cy="475488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Docs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46888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OCR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33756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Graph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420624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5303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BD9D5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7C80"/>
                </a:solidFill>
              </a:rPr>
              <a:t>AssetIQ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949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6"/>
                </a:solidFill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50626B"/>
                </a:solidFill>
              </a:rPr>
              <a:t>Faster decisions, fewer repeat failures, stronger audit readiness.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7040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Reduce time-to-answer across functions.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Expose hidden failure patterns before downtime.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Generate evidence packs from linked source documents.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Retain expert knowledge as reusable graph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246120" cy="4754880"/>
          </a:xfrm>
          <a:prstGeom prst="rect">
            <a:avLst/>
          </a:prstGeom>
          <a:solidFill>
            <a:srgbClr val="18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160020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Docs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468880"/>
            <a:ext cx="2148840" cy="475488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OCR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33756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Graph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420624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5303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BD9D5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7C80"/>
                </a:solidFill>
              </a:rPr>
              <a:t>AssetIQ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949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6"/>
                </a:solidFill>
              </a:rPr>
              <a:t>Judging Criteria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50626B"/>
                </a:solidFill>
              </a:rPr>
              <a:t>Built for measurable evaluation.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7040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Innovation: graph-backed industrial agents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Business impact: downtime, compliance, knowledge retention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Technical excellence: extraction, retrieval, and workflow reasoning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UX: field-ready copilot and command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246120" cy="4754880"/>
          </a:xfrm>
          <a:prstGeom prst="rect">
            <a:avLst/>
          </a:prstGeom>
          <a:solidFill>
            <a:srgbClr val="18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160020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Docs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46888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OCR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337560"/>
            <a:ext cx="2148840" cy="475488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Graph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420624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5303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BD9D5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7C80"/>
                </a:solidFill>
              </a:rPr>
              <a:t>AssetIQ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949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6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50626B"/>
                </a:solidFill>
              </a:rPr>
              <a:t>Move from demo intelligence to production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7040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Add real PDF, image, and spreadsheet upload.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Connect graph database and vector store.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Use plant-specific labelled data for extraction evaluation.</a:t>
            </a:r>
          </a:p>
          <a:p>
            <a:pPr>
              <a:spcAft>
                <a:spcPts val="1200"/>
              </a:spcAft>
              <a:defRPr sz="1800">
                <a:solidFill>
                  <a:srgbClr val="172026"/>
                </a:solidFill>
              </a:defRPr>
            </a:pPr>
            <a:r>
              <a:t>Integrate CMMS, QMS, historian, and document vault connectors.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246120" cy="4754880"/>
          </a:xfrm>
          <a:prstGeom prst="rect">
            <a:avLst/>
          </a:prstGeom>
          <a:solidFill>
            <a:srgbClr val="18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160020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Docs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46888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OCR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3337560"/>
            <a:ext cx="2148840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Graph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4206240"/>
            <a:ext cx="2148840" cy="475488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72026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5303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BD9D5"/>
                </a:solidFill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